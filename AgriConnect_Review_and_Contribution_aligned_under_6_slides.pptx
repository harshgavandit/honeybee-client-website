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AgriConnect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Digital agriculture platform, public infrastructure, and human bio-cycle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8138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0">
                <a:solidFill>
                  <a:srgbClr val="212121"/>
                </a:solidFill>
                <a:latin typeface="Calibri"/>
              </a:rPr>
              <a:t>Purpose: democratize agricultural commerce through fair, transparent digital bridges between rural producers and markets. Vision: become a trusted inclusive ecosystem for farmers and agri-stakeholders. Mission: remove supply-chain inefficiency, increase farmer income, reduce food waste, and give every stakeholder better tools and data.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1B5E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874519"/>
            <a:ext cx="2697480" cy="384048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1. Agricultural Universe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Global taxonomy across crops, livestock, aquaculture, modern farming, bio-industries, supermarket categories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Land assets, advisory services, research, education, and knowledge networks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Designed to connect local farmers with buyers, institutions, and future agro-ecosystems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18688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18688" y="1874519"/>
            <a:ext cx="2697480" cy="384048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28416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2. Digital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28416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Input marketplace, produce marketplace, D2C storefronts, B2B/F2C/F2B channels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Milk-run logistics, escrow, trust layer, AI decision support, weather, IoT/GIS, blockchain traceability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Government and NGO integration for schemes, compliance, SDG tracking, and public-good outcomes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874519"/>
            <a:ext cx="2697480" cy="2148840"/>
          </a:xfrm>
          <a:prstGeom prst="roundRect">
            <a:avLst/>
          </a:prstGeom>
          <a:solidFill>
            <a:srgbClr val="F1F8E9"/>
          </a:solidFill>
          <a:ln w="25400">
            <a:solidFill>
              <a:srgbClr val="438E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874519"/>
            <a:ext cx="2697480" cy="384048"/>
          </a:xfrm>
          <a:prstGeom prst="rect">
            <a:avLst/>
          </a:prstGeom>
          <a:solidFill>
            <a:srgbClr val="438E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4768" y="1929383"/>
            <a:ext cx="2478024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3. Human Bio-Cycle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44768" y="2331719"/>
            <a:ext cx="247802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- 7-stage life model from age 6 to 70+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Learning, earning, specialization, mentorship, and legacy roles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Turns agriculture from a fallback occupation into a purposeful economic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052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Core thesis: Agricultural Universe + Digital Platform + Human Bio-Cycle = Integrated agri-economy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813816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2E7D32"/>
                </a:solidFill>
                <a:latin typeface="Calibri"/>
              </a:rPr>
              <a:t>PDF impact targets: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Farmer income share: 25-40% to 65-70%; farmer margins: +20-40%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Local food spending retained: 88-96%; post-harvest loss reduction: 50-70%</a:t>
            </a:r>
          </a:p>
          <a:p>
            <a:r>
              <a:rPr sz="1100" b="1">
                <a:solidFill>
                  <a:srgbClr val="2E7D32"/>
                </a:solidFill>
                <a:latin typeface="Calibri"/>
              </a:rPr>
              <a:t>Youth unemployment under 2%; life satisfaction +55%; aligned with 12 of 17 UN SDGs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Market Opportunity &amp; 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The PDF asks for market proof plus a complete business model canvas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2471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Market size and timing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Global agritech: about $23.14B in 2023, projected above $54B by 2030 at 12.7% CAGR. UK agritech: about $635M in 2024 with 9.7% CAGR. India agritech: projected $24.1B by 2025. Demand is driven by food security, transparency, supply-chain efficiency, sustainability, and rural digitization.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920240"/>
            <a:ext cx="3794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99339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Target segments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Farmers and FPOs; B2B buyers such as wholesalers, processors, exporters, hotels, schools, and retailers; B2C consumers; input suppliers; logistics providers; governments; NGOs/CSR; universities; researchers; media and advertising partners.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78892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6207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Value propositions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Farmers get fairer prices, scheme access, finance, peer learning, and one app. Buyers get direct supply, traceable food, lower cost, and predictive demand. Governments get faster policy delivery, real-time data, and SDG measurement. Society gets food awareness and trust.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57600"/>
            <a:ext cx="379476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3075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Key partners and activities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Partners: cooperatives/FPOs, input suppliers, logistics firms, AWS/Supabase/AI/IoT providers, banks, DEFRA/DA&amp;FW, NGOs, research institutions. Activities: platform development, onboarding, logistics orchestration, data analytics, trust and safety, policy integration, sustainability tracking.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526280"/>
            <a:ext cx="3794760" cy="804672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66BB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599432"/>
            <a:ext cx="3520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Resources, channels, and costs</a:t>
            </a:r>
          </a:p>
          <a:p>
            <a:r>
              <a:rPr sz="1100" b="1">
                <a:solidFill>
                  <a:srgbClr val="1B5E20"/>
                </a:solidFill>
                <a:latin typeface="Calibri"/>
              </a:rPr>
              <a:t>Resources: cloud tech, AI models, blockchain ledgers, agronomists, field agents, rural kiosks, demo farms, social trust. Channels: app, website, IVR, WhatsApp, field agents, cooperatives, partner locations, agri-events. Costs: platform build, cloud, operations, marketing, localization, logistics subsidies, compliance.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1051560"/>
            <a:ext cx="4069080" cy="534924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234440"/>
            <a:ext cx="3703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66BB6A"/>
                </a:solidFill>
                <a:latin typeface="Calibri"/>
              </a:rPr>
              <a:t>Why AgriConnect is more than a marketplace</a:t>
            </a:r>
          </a:p>
          <a:p>
            <a:r>
              <a:rPr sz="1200" b="1">
                <a:solidFill>
                  <a:srgbClr val="66BB6A"/>
                </a:solidFill>
                <a:latin typeface="Calibri"/>
              </a:rPr>
              <a:t>Marketplace competitors solve transactions. AgriConnect solves value distribution, logistics, trust, public infrastructure, and life-cycle participation. Pilot proof: Chelmsford/Essex target of 50 farmers, 30 anchor buyers, 20 youth logistics partners, 10 senior knowledge experts, GBP15k monthly GMV, 200 active farmers, +30% farmer price increase.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Revenue Streams &amp; 7Ps 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A compressed answer to the PDF's revenue model and marketing mix requirements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051560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43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Revenue stream sequencing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Start with high-trust, high-frequency streams: 1-3% transaction fee, 6-12% input commission, and logistics fee. Then add buyer subscriptions, premium farmer tools, verified badges, government/NGO/CSR fees, and advertising once liquidity is proven.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21992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313432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Expansion revenue streams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Scale into B2B data insights, white-label licensing for cooperatives and governments, finance/insurance value-added services, and platform-owned brands. Each revenue stream should be tested against CAC, LTV, take-rate, margin, and farmer income uplift.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392424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483864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Product, Price, Place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Product: farmer-first app with offline mode, voice support, multilingual UX, price alerts, escrow, logistics, and AI advisories. Price: low transparent fees that still leave farmers better off than intermediary markets. Place: app, web, IVR, field agents, cooperatives, kiosks, partner locations, and haats.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562856"/>
            <a:ext cx="813816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654296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B5E20"/>
                </a:solidFill>
                <a:latin typeface="Calibri"/>
              </a:rPr>
              <a:t>Promotion and People</a:t>
            </a:r>
          </a:p>
          <a:p>
            <a:r>
              <a:rPr sz="1300" b="1">
                <a:solidFill>
                  <a:srgbClr val="1B5E20"/>
                </a:solidFill>
                <a:latin typeface="Calibri"/>
              </a:rPr>
              <a:t>Promotion: WhatsApp, YouTube, Facebook, regional content, farmer success stories, demos, PR, field days, and scheme alerts. People: trained field agents, agri-officers, support teams, cooperatives, youth logistics partners, and senior mentors as platform ambassadors.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AgriConnect  |  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Implementation Roadmap &amp; My Contribution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How I would help prove the PDF's roadmap before scaling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1: Conceptual design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Finalize platform architecture, feature matrix, revenue pillars, seller/buyer/service-provider journeys, technical stack, and pilot scope. My role: turn the broad vision into an executable one-region plan with clear MVP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05156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16128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2: MVP development and testing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Build marketplace engine, AI photo listing, smart-map milk-run routing, trust and reputation system, escrow, QA, beta testing with 20 farmers, 10 buyers, 5 delivery partners. Success gates: 90%+ test coverage, zero critical bugs, 95%+ payment success, listing under 2 minutes, 24-48 hour farmer payout.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 3: Pilot region launch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Chelmsford/Essex pilot: recruit 50 innovator farmers, 30 anchor buyers, 20 youth logistics partners, and 10 knowledge experts. Collect baseline data, establish community hubs, and target 200 active farmers, GBP15k monthly GMV, +30% farmer price increase, 80 youth jobs, and logistics below GBP0.90/kg.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260604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71576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Phases 4-7: ecosystem, amplification, scaling, optimization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Secure FPO/cooperative, processor, cold-chain, finance, government, and tech partnerships. Launch social amplification and impact dashboard. Expand to new UK regions, India/EU pilots, multilingual offline-first support, APIs, and white-label licensing. Track retention, CAC, LTV, GMV, EBITDA, and impact hypotheses.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4160520"/>
            <a:ext cx="3977639" cy="1417320"/>
          </a:xfrm>
          <a:prstGeom prst="roundRect">
            <a:avLst/>
          </a:prstGeom>
          <a:solidFill>
            <a:srgbClr val="F1F8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270248"/>
            <a:ext cx="3703319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B5E20"/>
                </a:solidFill>
                <a:latin typeface="Calibri"/>
              </a:rPr>
              <a:t>Additional ideas I would add</a:t>
            </a:r>
          </a:p>
          <a:p>
            <a:r>
              <a:rPr sz="1200" b="1">
                <a:solidFill>
                  <a:srgbClr val="1B5E20"/>
                </a:solidFill>
                <a:latin typeface="Calibri"/>
              </a:rPr>
              <a:t>Trust Score System: dynamic reputation linked to credit and logistics priority. Farmer Success Dashboard: income share, schemes, learning, and mentorship in one view. Pilot Impact Scorecard: baseline vs. results for price, waste, youth jobs, local wealth, SDGs. Cooperative-led onboarding: recruit through trusted community structures.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Strategic Readiness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8138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66BB6A"/>
                </a:solidFill>
                <a:latin typeface="Calibri"/>
              </a:rPr>
              <a:t>Risk, SWOT, PESTLE, Ansoff, and final recommendation in one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138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12121"/>
                </a:solidFill>
                <a:latin typeface="Calibri"/>
              </a:rPr>
              <a:t>This slide compresses the PDF's strategic-analysis requirements while keeping the deck under 6 slides.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Risk analysis and mitigation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8424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Adoption risk: low digital literacy and trust gaps; mitigate through voice/icon UX, field agents, demos, IVR, and cooperative champions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Operational risk: rural last-mile logistics and quality disputes; mitigate through milk-run routing, local transporters, standard grading, proof-of-delivery, escrow, and dispute resolution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Financial/strategic risk: low early volume, competition, and white-label dependence; mitigate through lean pilot economics, grants, diversified revenue, strong community, IP/data portability, and phased proprietary tech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83464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SWOT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21868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Strengths: integrated farmer-centric model, diversified revenue, government alignment, lean white-label start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Weaknesses: partner tech dependence, no launch brand recognition, high CAC, multi-sided complexity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Opportunities: underserved market, digital-agriculture policy tailwinds, traceable/local food demand, agri-data monetization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Threats: funded agritech competitors, intermediary resistance, rural infrastructure gaps, commodity volatility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069080"/>
            <a:ext cx="8138160" cy="320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14800"/>
            <a:ext cx="7863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50" b="1">
                <a:solidFill>
                  <a:srgbClr val="FFFFFF"/>
                </a:solidFill>
                <a:latin typeface="Calibri"/>
              </a:rPr>
              <a:t>PESTLE + Ansoff growth strategy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53128"/>
            <a:ext cx="7772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212121"/>
                </a:solidFill>
                <a:latin typeface="Calibri"/>
              </a:rPr>
              <a:t>- PESTLE: policy support and grants; rising traceable-food demand; smartphone/AI/IoT growth; GDPR/DPDPA and agri-law compliance; climate disruption and sustainability opportunity</a:t>
            </a:r>
          </a:p>
          <a:p>
            <a:r>
              <a:rPr sz="1000" b="0">
                <a:solidFill>
                  <a:srgbClr val="212121"/>
                </a:solidFill>
                <a:latin typeface="Calibri"/>
              </a:rPr>
              <a:t>- Ansoff: penetrate pilot districts through referrals and input/produce frequency; develop fintech, analytics, IoT tools; expand to new regions and customer segments; diversify into logistics, branded products, aquaculture, and dairy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8138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B5E20"/>
                </a:solidFill>
                <a:latin typeface="Calibri"/>
              </a:rPr>
              <a:t>Conclusion: AgriConnect should be presented as digital public infrastructure for the agricultural bio-cycle, not just an app. The under-6-slide deck now covers the PDF's required context while showing my concrete contribution: execution discipline, unit economics, adoption design, logistics proof, impact measurement, and scalable governance.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Calibri"/>
              </a:rPr>
              <a:t>AgriConnect  |  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